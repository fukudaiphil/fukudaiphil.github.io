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93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9BD105-1120-458E-A3C3-0989E6B7D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C59D0518-305D-4354-A0CF-608648D11E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15120B0-7B23-4B79-8096-CAC22AA4C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F3BCC48-58C1-458A-9987-C36F522E59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98B75-DCBD-4E09-BC0B-07B215399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85740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C90F65-0B77-4E42-83E5-6779D0783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7282FE-8D3A-4921-89B1-AE4FD0D26B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3CBF5D-0306-4AB1-9D01-9AA06D3D9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46FBEFB-3D28-425A-8E64-334A25113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C7B3116-CC21-4995-87E3-A8AD2CDA5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4660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153F33-4E76-4627-9FBA-C74E79B97D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EFCD17-4C9D-4517-8843-4FDD12EA89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A769B92-6417-4713-B04F-E3C1FDB7A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A3145BD-4300-4373-ACA8-54C56B112F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D1A69FA-1891-4584-9852-9415B241D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34351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8085B72-5C7C-4392-B552-5DB0BAABAA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F75BCB-EDE0-4B8A-A3AF-7DDC006DED6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775F6A5-6229-450E-9785-F9AB112105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007A373-B627-47F4-821E-9C73E27A1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12C5B2A-0409-4941-821D-958852EF9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5B1749C3-40E2-42E2-BA9A-D96C489F72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57385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FDABF7-73E8-42ED-8AEE-9ADE7CC50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EEB87593-B47E-4DE1-BD69-59D401F88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5984C67-89A4-4F8B-85C1-263F4BC78F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107392A7-3C32-4C16-B470-665C0FCABE1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7C9605B5-2B50-4107-B256-9568B47C4BB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02ED0552-29FD-457E-9D7E-7C20A240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8F9E5CC0-AADF-4D6C-91BF-8A9B8E1326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9FFB8BFA-E068-4099-AC91-5C117EB284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0011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3BC9E84-4FD8-447C-A80F-B04D77D766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7F01BC41-41D3-46EA-9492-3D34AC5A4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68340014-6E6D-4D9E-9A17-8EE17405BA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E6DF2A7-F97E-4F36-B408-FAA40D2A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136319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A9B1241-B68F-4025-9FF7-349FE31986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072070CB-64AA-495C-9917-A4A0BE28E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3C5EF693-560D-41E6-93F4-173B916E91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0635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9131911-00E3-4D78-92BC-67E603F425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4F75304-5A17-438C-8ADD-98E08ADAD5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9C4F6A-324D-4E28-8CC3-B778F5249A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C0C7DB0-468A-47F3-9738-453169D047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0C159D-E6F9-4736-A452-BC8D1DD49E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53D67CB-6216-47E2-9875-17B826211E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88977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69DFE8-DB94-4393-AA88-ADE051051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E01695C3-15DD-4F8E-A7C6-64D66F90B03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259E97F6-FD5B-42D4-8EE0-0328E152CC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B65379D-D456-44FF-A1E6-36A7A472B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EA10E7F5-BD23-4045-B55C-19D585E39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68B6661-51E1-4968-ABE4-0113861D8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738704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A5B5BD7-4EBA-43E3-833D-552C423557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4401BE3-69A8-49E4-9B6F-212C04DEEFD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C621B26-8600-459F-AD17-9079F61DCF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D47A1F7-D977-4766-9C9B-FEC3128DE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5F0ED0A-ACBA-4A52-9913-8D61CD2985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1316694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0FB55ED7-2EBD-4EEF-912B-5C5FCA598D5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9D89C2AA-CBE6-4E0D-BAEE-CD5DF85C75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5614CA3-B69E-4C00-AC42-9813C1CBC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B3A7F44-9E72-4BBE-99AF-04075F058D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00F4EC3-B4E6-4C3A-8F23-057F025EE0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84514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5580C768-F59D-4BC9-A515-AA0FAB83A3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42E7121-511C-4108-A089-05076E73101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7AB41C02-D27B-4259-880C-9428ED4F04A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A0A171-9AFD-4742-B0BD-E9A62B0C9BDD}" type="datetimeFigureOut">
              <a:rPr kumimoji="1" lang="ja-JP" altLang="en-US" smtClean="0"/>
              <a:t>2026/6/4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8851D22-F22A-4490-B7FC-D90D8BD06AA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82FB744-BF20-46BB-90B1-3B174481E7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E324EE-7EDB-4903-BD32-D53A7564092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582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>
            <a:extLst>
              <a:ext uri="{FF2B5EF4-FFF2-40B4-BE49-F238E27FC236}">
                <a16:creationId xmlns:a16="http://schemas.microsoft.com/office/drawing/2014/main" id="{E93A8685-38D7-4CE6-8DDB-953AB265DE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17994"/>
            <a:ext cx="12192000" cy="60220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21433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図 25">
            <a:extLst>
              <a:ext uri="{FF2B5EF4-FFF2-40B4-BE49-F238E27FC236}">
                <a16:creationId xmlns:a16="http://schemas.microsoft.com/office/drawing/2014/main" id="{2742347C-E4C0-4E7D-B230-6BBD5A0E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996"/>
            <a:ext cx="12192000" cy="4441847"/>
          </a:xfrm>
          <a:prstGeom prst="rect">
            <a:avLst/>
          </a:prstGeom>
          <a:solidFill>
            <a:srgbClr val="7793AB"/>
          </a:solidFill>
        </p:spPr>
      </p:pic>
      <p:sp>
        <p:nvSpPr>
          <p:cNvPr id="16" name="四角形: 角を丸くする 15">
            <a:extLst>
              <a:ext uri="{FF2B5EF4-FFF2-40B4-BE49-F238E27FC236}">
                <a16:creationId xmlns:a16="http://schemas.microsoft.com/office/drawing/2014/main" id="{B2B5D52F-9574-49AC-B5F5-FA772ED7562A}"/>
              </a:ext>
            </a:extLst>
          </p:cNvPr>
          <p:cNvSpPr/>
          <p:nvPr/>
        </p:nvSpPr>
        <p:spPr>
          <a:xfrm>
            <a:off x="7990356" y="1788748"/>
            <a:ext cx="3738282" cy="32583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4" name="四角形: 角を丸くする 13">
            <a:extLst>
              <a:ext uri="{FF2B5EF4-FFF2-40B4-BE49-F238E27FC236}">
                <a16:creationId xmlns:a16="http://schemas.microsoft.com/office/drawing/2014/main" id="{C2C510CF-3594-4AD4-B815-F8951BEBA885}"/>
              </a:ext>
            </a:extLst>
          </p:cNvPr>
          <p:cNvSpPr/>
          <p:nvPr/>
        </p:nvSpPr>
        <p:spPr>
          <a:xfrm>
            <a:off x="340659" y="1788748"/>
            <a:ext cx="3738282" cy="32583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5" name="四角形: 角を丸くする 14">
            <a:extLst>
              <a:ext uri="{FF2B5EF4-FFF2-40B4-BE49-F238E27FC236}">
                <a16:creationId xmlns:a16="http://schemas.microsoft.com/office/drawing/2014/main" id="{DE5E41FB-EC07-4F81-AC1A-28BFFDF78D40}"/>
              </a:ext>
            </a:extLst>
          </p:cNvPr>
          <p:cNvSpPr/>
          <p:nvPr/>
        </p:nvSpPr>
        <p:spPr>
          <a:xfrm>
            <a:off x="4141694" y="1788748"/>
            <a:ext cx="3738282" cy="3258381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7EBAE717-2EB4-464C-88DD-98275E2618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8902" y="82584"/>
            <a:ext cx="4048690" cy="847843"/>
          </a:xfrm>
          <a:prstGeom prst="rect">
            <a:avLst/>
          </a:prstGeom>
        </p:spPr>
      </p:pic>
      <p:pic>
        <p:nvPicPr>
          <p:cNvPr id="5" name="図 4">
            <a:extLst>
              <a:ext uri="{FF2B5EF4-FFF2-40B4-BE49-F238E27FC236}">
                <a16:creationId xmlns:a16="http://schemas.microsoft.com/office/drawing/2014/main" id="{F4B056A6-D7FD-4CAD-81C5-F93260E0053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2800" y="386011"/>
            <a:ext cx="3419952" cy="438211"/>
          </a:xfrm>
          <a:prstGeom prst="rect">
            <a:avLst/>
          </a:prstGeom>
        </p:spPr>
      </p:pic>
      <p:pic>
        <p:nvPicPr>
          <p:cNvPr id="7" name="図 6">
            <a:extLst>
              <a:ext uri="{FF2B5EF4-FFF2-40B4-BE49-F238E27FC236}">
                <a16:creationId xmlns:a16="http://schemas.microsoft.com/office/drawing/2014/main" id="{DFEAE965-3A78-4F83-963E-EAC1EAA1A0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9996"/>
            <a:ext cx="12192000" cy="80861"/>
          </a:xfrm>
          <a:prstGeom prst="rect">
            <a:avLst/>
          </a:prstGeom>
        </p:spPr>
      </p:pic>
      <p:pic>
        <p:nvPicPr>
          <p:cNvPr id="9" name="図 8">
            <a:extLst>
              <a:ext uri="{FF2B5EF4-FFF2-40B4-BE49-F238E27FC236}">
                <a16:creationId xmlns:a16="http://schemas.microsoft.com/office/drawing/2014/main" id="{8A386F41-8AA0-46E1-A7A4-2CCB8537FF2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r="44641"/>
          <a:stretch/>
        </p:blipFill>
        <p:spPr>
          <a:xfrm>
            <a:off x="581807" y="2012804"/>
            <a:ext cx="3190558" cy="2810267"/>
          </a:xfrm>
          <a:prstGeom prst="rect">
            <a:avLst/>
          </a:prstGeom>
        </p:spPr>
      </p:pic>
      <p:pic>
        <p:nvPicPr>
          <p:cNvPr id="11" name="図 10">
            <a:extLst>
              <a:ext uri="{FF2B5EF4-FFF2-40B4-BE49-F238E27FC236}">
                <a16:creationId xmlns:a16="http://schemas.microsoft.com/office/drawing/2014/main" id="{55BB467D-884F-47D5-B8D9-7BE91050097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r="58217"/>
          <a:stretch/>
        </p:blipFill>
        <p:spPr>
          <a:xfrm>
            <a:off x="4560234" y="2122356"/>
            <a:ext cx="2762407" cy="1295581"/>
          </a:xfrm>
          <a:prstGeom prst="rect">
            <a:avLst/>
          </a:prstGeom>
        </p:spPr>
      </p:pic>
      <p:pic>
        <p:nvPicPr>
          <p:cNvPr id="13" name="図 12">
            <a:extLst>
              <a:ext uri="{FF2B5EF4-FFF2-40B4-BE49-F238E27FC236}">
                <a16:creationId xmlns:a16="http://schemas.microsoft.com/office/drawing/2014/main" id="{2895439F-AFEA-4180-9CD0-84DF4D0B05D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2684" y="2065198"/>
            <a:ext cx="1543265" cy="704948"/>
          </a:xfrm>
          <a:prstGeom prst="rect">
            <a:avLst/>
          </a:prstGeom>
        </p:spPr>
      </p:pic>
      <p:pic>
        <p:nvPicPr>
          <p:cNvPr id="18" name="図 17">
            <a:extLst>
              <a:ext uri="{FF2B5EF4-FFF2-40B4-BE49-F238E27FC236}">
                <a16:creationId xmlns:a16="http://schemas.microsoft.com/office/drawing/2014/main" id="{8A05C26C-C8D4-45CC-9435-F67713FE3C39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-154563" y="5262570"/>
            <a:ext cx="12192000" cy="1654353"/>
          </a:xfrm>
          <a:prstGeom prst="rect">
            <a:avLst/>
          </a:prstGeom>
        </p:spPr>
      </p:pic>
      <p:pic>
        <p:nvPicPr>
          <p:cNvPr id="20" name="図 19">
            <a:extLst>
              <a:ext uri="{FF2B5EF4-FFF2-40B4-BE49-F238E27FC236}">
                <a16:creationId xmlns:a16="http://schemas.microsoft.com/office/drawing/2014/main" id="{90C17650-8D55-4E63-BFCD-176B4C69865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95988" y="5357188"/>
            <a:ext cx="2776378" cy="1078204"/>
          </a:xfrm>
          <a:prstGeom prst="rect">
            <a:avLst/>
          </a:prstGeom>
        </p:spPr>
      </p:pic>
      <p:pic>
        <p:nvPicPr>
          <p:cNvPr id="22" name="図 21">
            <a:extLst>
              <a:ext uri="{FF2B5EF4-FFF2-40B4-BE49-F238E27FC236}">
                <a16:creationId xmlns:a16="http://schemas.microsoft.com/office/drawing/2014/main" id="{BBA94EA9-A14A-4592-8F5C-8AD8409A0FB1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084113" y="5619402"/>
            <a:ext cx="1624201" cy="645515"/>
          </a:xfrm>
          <a:prstGeom prst="rect">
            <a:avLst/>
          </a:prstGeom>
        </p:spPr>
      </p:pic>
      <p:pic>
        <p:nvPicPr>
          <p:cNvPr id="24" name="図 23">
            <a:extLst>
              <a:ext uri="{FF2B5EF4-FFF2-40B4-BE49-F238E27FC236}">
                <a16:creationId xmlns:a16="http://schemas.microsoft.com/office/drawing/2014/main" id="{A22C3CD2-DCCE-4270-ABBE-4B5785EB7ADB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264588" y="6264917"/>
            <a:ext cx="1562527" cy="476083"/>
          </a:xfrm>
          <a:prstGeom prst="rect">
            <a:avLst/>
          </a:prstGeom>
        </p:spPr>
      </p:pic>
      <p:sp>
        <p:nvSpPr>
          <p:cNvPr id="25" name="テキスト ボックス 24">
            <a:extLst>
              <a:ext uri="{FF2B5EF4-FFF2-40B4-BE49-F238E27FC236}">
                <a16:creationId xmlns:a16="http://schemas.microsoft.com/office/drawing/2014/main" id="{33357581-88F6-436A-89F3-B3926E08D86D}"/>
              </a:ext>
            </a:extLst>
          </p:cNvPr>
          <p:cNvSpPr txBox="1"/>
          <p:nvPr/>
        </p:nvSpPr>
        <p:spPr>
          <a:xfrm>
            <a:off x="831272" y="6396335"/>
            <a:ext cx="341632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1200" b="1" dirty="0">
                <a:solidFill>
                  <a:schemeClr val="bg1"/>
                </a:solidFill>
              </a:rPr>
              <a:t>福井最古のオーケストラとして活動しています</a:t>
            </a:r>
            <a:endParaRPr kumimoji="1" lang="en-US" altLang="ja-JP" sz="1200" b="1" dirty="0">
              <a:solidFill>
                <a:schemeClr val="bg1"/>
              </a:solidFill>
            </a:endParaRPr>
          </a:p>
          <a:p>
            <a:r>
              <a:rPr lang="ja-JP" altLang="en-US" sz="1200" b="1" dirty="0">
                <a:solidFill>
                  <a:schemeClr val="bg1"/>
                </a:solidFill>
              </a:rPr>
              <a:t>演奏依頼はこちらまで</a:t>
            </a:r>
            <a:endParaRPr kumimoji="1" lang="ja-JP" altLang="en-US" sz="1200" b="1" dirty="0">
              <a:solidFill>
                <a:schemeClr val="bg1"/>
              </a:solidFill>
            </a:endParaRPr>
          </a:p>
        </p:txBody>
      </p:sp>
      <p:pic>
        <p:nvPicPr>
          <p:cNvPr id="28" name="図 27">
            <a:extLst>
              <a:ext uri="{FF2B5EF4-FFF2-40B4-BE49-F238E27FC236}">
                <a16:creationId xmlns:a16="http://schemas.microsoft.com/office/drawing/2014/main" id="{851F1D3F-FCCA-42D5-9A70-EC3CA1B1BAD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446327" y="5702863"/>
            <a:ext cx="1952898" cy="1124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70066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14</Words>
  <Application>Microsoft Office PowerPoint</Application>
  <PresentationFormat>ワイド画面</PresentationFormat>
  <Paragraphs>2</Paragraphs>
  <Slides>2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matsumoto ayame</dc:creator>
  <cp:lastModifiedBy>matsumoto ayame</cp:lastModifiedBy>
  <cp:revision>2</cp:revision>
  <dcterms:created xsi:type="dcterms:W3CDTF">2026-06-04T09:03:46Z</dcterms:created>
  <dcterms:modified xsi:type="dcterms:W3CDTF">2026-06-04T09:13:51Z</dcterms:modified>
</cp:coreProperties>
</file>